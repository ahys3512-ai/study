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MLB 승부예측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F135"/>
                </a:solidFill>
              </a:defRPr>
            </a:pPr>
            <a:r>
              <a:t>2026년 05월 07일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474720"/>
            <a:ext cx="5486400" cy="10972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어제 성적: 8승 7패 (53.3%)</a:t>
            </a:r>
          </a:p>
          <a:p>
            <a:pPr algn="ctr">
              <a:defRPr sz="1800">
                <a:solidFill>
                  <a:srgbClr val="C8F135"/>
                </a:solidFill>
              </a:defRPr>
            </a:pPr>
            <a:r>
              <a:t>이번주 누적: 8승 7패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어제의 베스트픽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St. Louis Cardinals (61.5%)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0876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F13535"/>
                </a:solidFill>
              </a:defRPr>
            </a:pPr>
            <a:r>
              <a:t>→ 패배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2316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Chicago White Sox (61.2%)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42316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F13535"/>
                </a:solidFill>
              </a:defRPr>
            </a:pPr>
            <a:r>
              <a:t>→ 패배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3756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Atlanta Braves (67.5%)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33756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800">
                <a:solidFill>
                  <a:srgbClr val="F13535"/>
                </a:solidFill>
              </a:defRPr>
            </a:pPr>
            <a:r>
              <a:t>→ 패배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297680"/>
            <a:ext cx="4572000" cy="640080"/>
          </a:xfrm>
          <a:prstGeom prst="rect">
            <a:avLst/>
          </a:prstGeom>
          <a:solidFill>
            <a:srgbClr val="C8F135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4297680"/>
            <a:ext cx="4572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베스트픽: 0승 3패 (0.0%)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/>
            </a:pPr>
            <a:r>
              <a:t>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57200"/>
            <a:ext cx="7406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C8F135"/>
                </a:solidFill>
              </a:defRPr>
            </a:pPr>
            <a:r>
              <a:t>1순위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Washington Nationals vs Minnesota Twins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840480" cy="16459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📊 예측</a:t>
            </a:r>
          </a:p>
          <a:p>
            <a:pPr>
              <a:spcBef>
                <a:spcPts val="600"/>
              </a:spcBef>
              <a:defRPr sz="2600" b="1">
                <a:solidFill>
                  <a:srgbClr val="C8F135"/>
                </a:solidFill>
              </a:defRPr>
            </a:pPr>
            <a:r>
              <a:t>Washington Nationals 승 66.4%</a:t>
            </a:r>
          </a:p>
          <a:p>
            <a:pPr>
              <a:spcBef>
                <a:spcPts val="300"/>
              </a:spcBef>
              <a:defRPr sz="1800">
                <a:solidFill>
                  <a:srgbClr val="FFFFFF"/>
                </a:solidFill>
              </a:defRPr>
            </a:pPr>
            <a:r>
              <a:t>Edge +13.3%p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103120"/>
            <a:ext cx="3840480" cy="16459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2860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</a:defRPr>
            </a:pPr>
            <a:r>
              <a:t>⚾ 선발 매치업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Jake Irvin</a:t>
            </a:r>
          </a:p>
          <a:p>
            <a:pPr algn="ctr">
              <a:spcBef>
                <a:spcPts val="300"/>
              </a:spcBef>
              <a:defRPr sz="1400">
                <a:solidFill>
                  <a:srgbClr val="6B7280"/>
                </a:solidFill>
              </a:defRPr>
            </a:pPr>
            <a:r>
              <a:t>vs</a:t>
            </a:r>
          </a:p>
          <a:p>
            <a:pPr>
              <a:spcBef>
                <a:spcPts val="300"/>
              </a:spcBef>
              <a:defRPr sz="1600">
                <a:solidFill>
                  <a:srgbClr val="FFFFFF"/>
                </a:solidFill>
              </a:defRPr>
            </a:pPr>
            <a:r>
              <a:t>Simeon Woods Richardson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💡 주목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[여기에 주목 포인트 입력]</a:t>
            </a:r>
          </a:p>
          <a:p>
            <a:r>
              <a:t>예: 최근 5일 타선 폭발, 불펜 격차 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오늘의 베스트픽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5486400" cy="20116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920240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🥇 Washington Nationals (66.4%, Edge +13.3%p)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자세한 스탯은 설명란에서 확인!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480560"/>
            <a:ext cx="3657600" cy="45720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480560"/>
            <a:ext cx="3657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419"/>
                </a:solidFill>
              </a:defRPr>
            </a:pPr>
            <a:r>
              <a:t>구독 &amp; 좋아요 부탁드립니다!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